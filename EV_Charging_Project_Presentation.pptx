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574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Based Smart EV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 Station Optimizer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886200"/>
            <a:ext cx="2011680" cy="0"/>
          </a:xfrm>
          <a:prstGeom prst="line">
            <a:avLst/>
          </a:prstGeom>
          <a:noFill/>
          <a:ln w="25400">
            <a:solidFill>
              <a:srgbClr val="2C5F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160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EGS Pillay Engineering College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e23ecr064@egspec.org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adoption is growing faster than the charging infrastructure meant to support it. Most charging bays today are passive hardware — they deliver power, but they don't sense, predict, or report anything about how they're being used.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 rarely expose real-time data on how long a session will last or when the next vehicle is likely to arrive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hard for an operator to plan bay availability, pre-empt overheating, or simply know the system is healthy without physically checking it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solves the visibility problem; a small amount of on-device machine learning can go one step further and add prediction, not just monitoring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combines both: a connected, sensor-aware charging bay controller with two lightweight AI models running directly on the microcontroller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EGS Pillay Engineering College  |  e23ecr064@egspec.org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SETS OUT TO 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connected EV charging bay controller that senses its own state — power draw, ambient temperature, occupancy — instead of operating blind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 on-device machine learning models that predict EV arrival likelihood and expected session duration, without needing a server round-trip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safety independent of the AI: an over-temperature cutoff must work even if a prediction is wrong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all of this on a live cloud dashboard so the system's state is visible remotely, not just at the bay itself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EGS Pillay Engineering College  |  e23ecr064@egspec.org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RESEARCH SAYS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in EV charging management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01368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IoT-enabled charging systems consistently report gains in real-time monitoring, predictive maintenance, and energy scheduling over passive hardware [1], [5], [6]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charging control research treats arrival timing and session length as key variables for any scheduling algorithm to work with — exactly the two things this project's AI models predict [2]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472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/ TinyML on microcontrollers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31336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inference directly on a microcontroller (rather than a cloud server) is well established as reducing latency and removing a dependency on network availability [3], [4]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surveys note that classical ML models (regression, decision trees) are far easier to fit on constrained hardware than deep networks — which shaped the choice of models in this project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on the References slide at the end of this deck.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EGS Pillay Engineering College  |  e23ecr064@egspec.org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ACTUALLY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EV charging bay is instrumented with sensors for current, voltage, ambient temperature, and humidity, plus two buttons for EV arrival and stop/reset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runs a simple state machine — Available, Charging, Fault — shown on three status LEDs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seconds, two on-device AI models estimate the probability of another EV arriving soon and the expected remaining duration of the current session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seconds, all sensor readings, state, and both AI predictions are published to a cloud dashboard for remote visibility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over-temperature safety cutoff is enforced independently of the AI — it doesn't wait for or depend on a model prediction to act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EGS Pillay Engineering College  |  e23ecr064@egspec.org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THROUGH THE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3796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6454F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Buttons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temperature, occupancy input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2619756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875788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6454F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Firmware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sensing, safety logic, LEDs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841748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97780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6454F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Inference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+ duration models on-device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063740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9772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6454F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Link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cloud broker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285732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541764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C5F7C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233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deliberately separates concerns: sensing and safety logic run locally and don't depend on connectivity; AI inference runs locally too, so predictions keep working even if the network drops; only the reporting layer needs the cloud link.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EGS Pillay Engineering College  |  e23ecr064@egspec.org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AND SAFETY LOGIC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State Machine &amp; Safety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2C7A3D"/>
          </a:solidFill>
          <a:ln/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</a:t>
            </a:r>
            <a:endParaRPr lang="en-US" sz="1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 present.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20116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26280" y="15544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B8860B"/>
          </a:solidFill>
          <a:ln/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</a:t>
            </a:r>
            <a:endParaRPr lang="en-US" sz="1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arrived; session timer running.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0116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15544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A61C1C"/>
          </a:solidFill>
          <a:ln/>
        </p:spPr>
        <p:txBody>
          <a:bodyPr wrap="square" lIns="76200" tIns="127000" rIns="1270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</a:t>
            </a:r>
            <a:endParaRPr lang="en-US" sz="1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Over-temperature; charging force-stopped.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747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over-temperature cutoff is plain firmware logic — it fires regardless of what either AI model predicts, by design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reset path (stop button) always exists, so the system never gets stuck waiting on a network or model response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EGS Pillay Engineering College  |  e23ecr064@egspec.org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TRAINED OFFLINE, RUNNING ON-DEVICE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Edge AI Models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 Probability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chance another EV arrives soon, from time-of-day, occupancy, and recent usage patterns.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Duration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how long the current charging session will run, mainly from elapsed time and current draw.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are trained offline on a computer, then converted into plain, dependency-free code that runs on the microcontroller — no cloud call needed for a prediction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 were chosen deliberately over a neural network: they fit comfortably in the memory of a small microcontroller and don't need a hardware accelerator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limitation: training data is currently synthetic, generated to mimic realistic patterns rather than pulled from months of real usage — stated openly, not hidden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EGS Pillay Engineering College  |  e23ecr064@egspec.org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TRAINING TO THIS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Applied From the Internship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&amp; sensor interfacing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417320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input on the bay — the buttons, the LEDs, the temperature/humidity sensor — comes directly from the embedded I/O fundamentals covered early in the internship.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sensing &amp; scaling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350008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raw ADC values and converting them into physically meaningful current/voltage figures follows the same approach taught for interfacing analog sensors.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82696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connectivity &amp; cloud messaging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3282696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internship's networking module is the reason the bay reports its state remotely at all, instead of being a closed, offline box.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15384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firmware for a real project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4215384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configuration, sensing, and AI logic into separate files, instead of one long script, reflects the project-organization habits introduced during the training.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48072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 trained model to constrained hardware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5148072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that a model trained in Python doesn't have to stay in Python — that it can be exported and run natively on a microcontroller — came directly from the internship's edge AI material, and is the single most reused concept in this project.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EGS Pillay Engineering College  |  e23ecr064@egspec.org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VERIFIED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 correctly cycles through Available, Charging, and Fault states in response to real button presses and a simulated temperature rise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over-temperature cutoff halts charging reliably, independent of whatever the AI models were predicting at that moment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AI models produce updated, changing predictions in real time as the underlying sensor and session data changes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telemetry, including both predictions, reaches the cloud dashboard and updates live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EGS Pillay Engineering College  |  e23ecr064@egspec.org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shows that meaningful prediction — not just monitoring — can run entirely on a small microcontroller, without depending on a cloud service to think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scope is intentionally a single-bay decision-support system, not a full multi-bay scheduler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both models on real logged usage data instead of synthetic data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approach to multiple bays with an actual scheduling/queueing algorithm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simulated sensors to real current/voltage sensor hardware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EGS Pillay Engineering College  |  e23ecr064@egspec.org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T. Kunj and K. Pal, "Role, application and challenges of IoT in smart EV charging management: a review," Future Batteries, vol. 7, Art. 100102, Elsevier, 2025.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N. I. Nimalsiri, C. P. Mediwaththe, E. L. Ratnam, M. Shaw, D. B. Smith, and S. K. Halgamuge, "A Survey of Algorithms for Distributed Charging Control of Electric Vehicles in Smart Grid," arXiv:1911.06500, 2019.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P. P. Ray, "A review on TinyML: State-of-the-art and prospects," Journal of King Saud University – Computer and Information Sciences, vol. 34, no. 4, 2022.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Y. Abadade et al., "A Comprehensive Survey on TinyML," IEEE Access, vol. 11, 2023.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J. Surendiran et al., "IoT-based advanced electric vehicle charging infrastructure," 2022 Fourth International Conference on Cognitive Computing and Information Processing (CCIP), 2022.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R. J. C. Pinto, J. Pombo, M. R. A. Calado, and S. J. S. Mariano, "An electric vehicle charging station: monitoring and analysis of power quality," 2015 9th International Conference on Compatibility and Power Electronics (CPE), 2015.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S  |  EGS Pillay Engineering College  |  e23ecr064@egspec.org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2026-09-20T08:11:57Z</dcterms:created>
  <dcterms:modified xsi:type="dcterms:W3CDTF">2026-09-20T08:11:57Z</dcterms:modified>
</cp:coreProperties>
</file>