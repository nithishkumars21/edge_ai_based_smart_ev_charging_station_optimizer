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SUBMISSION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Based Smart EV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 Station Optimizer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25400">
            <a:solidFill>
              <a:srgbClr val="2C5F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06908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EGS Pillay Engineering College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Provider: Emertxe Information Technologies, Bangalore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IoT (Embedded IoT Programming)  |  Cohort: EI26_017  |  Duration: 4 Weeks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e23ecr064@egspec.org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github.com/nithishkumars21/Edge_AI_Based_Smart_EV_Charging_Station_Optimizer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Emertxe Information Technologies, Bangalore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internship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— Embedded IoT Programming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EI26_017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basis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attendance, quizzes, and on-time project/report submission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certificate, issued for college administration purposes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EI26_017  |  Emertxe IoT Internship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SETS OUT TO 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single-bay EV charging controller, simulated on an ESP32 in Wokwi, that reports live sensor telemetry to a cloud dashboard and runs two small machine-learning models directly on the microcontroller to support charging decisions.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analog sensing, digital I/O, and cloud MQTT connectivity in one working firmware stack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realistic EV bay inputs — voltage, current, ambient temperature and humidity — without physical hardware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two Edge AI models offline and deploy them to run inference on-device, with no server round-trip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safety interlock that halts charging independently of the AI models, on over-temperature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live telemetry and predictions on a ThingsBoard Cloud dashboard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EI26_017  |  Emertxe IoT Internship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 — Build Progression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IN THE ORDER I PICKED THEM 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C5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fundamentals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417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basic digital output on the ESP32 — blinking an LED taught me pin modes and the Arduino-style setup()/loop() structure before anything more complex.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C5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774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sensing (ADC)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37744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read potentiometers as stand-ins for real current/voltage sensors, and to scale raw ADC counts into meaningful physical ranges.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C5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375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libraries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333756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Interfaced a DHT sensor for temperature and humidity, and learned to double-check a sensor's actual wiring against the code instead of assuming they matched.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C5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976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+ MQTT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429768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ESP32 to a WiFi network and pushed data to a cloud broker over MQTT — my first real exposure to IoT connectivity end to end.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C5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2578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525780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that a model trained in Python with scikit-learn can be exported as plain C code (via m2cgen/micromlgen) and run directly on a microcontroller with no ML runtime needed.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EI26_017  |  Emertxe IoT Internship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THROUGH THE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3796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36454F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Buttons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pot, DHT22, 2x pushbutton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2619756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875788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36454F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sensing, safety logic, LEDs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841748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97780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36454F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Inference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+ duration models on-device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063740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9772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36454F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Client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PubSubClient over WiFi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285732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541764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C5F7C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Cloud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233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and button state is read every loop cycle. Every 10 seconds the two Edge AI models run on the live feature vector; every 5 seconds the full telemetry payload — including AI predictions — is published to ThingsBoard over MQTT.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EI26_017  |  Emertxe IoT Internship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Wiring (Simulated in Wokwi)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AND CONNECTIONS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55778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GPIO34 / GPIO35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/ Voltage (ADC)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potentiometers, simulating live sensors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temperature + humidity sensor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GPIO32 / GPIO33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/ Stop buttons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button = EV plug-in, Red button = stop/reset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GPIO21 / 19 / 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LEDs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= fault, Yellow = charging, Green = 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DHT11-on-GPIO2 reference in the early training material didn't match the DHT22-on-GPIO15 in the final wiring diagram — the firmware follows the actual circuit above, and that correction is called out explicitly in the written report rather than left unmentioned.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EI26_017  |  Emertxe IoT Internship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AI: Two On-Device Models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THAT RUNS ON THE MICROCONTROLLER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03520" cy="2286000"/>
          </a:xfrm>
          <a:prstGeom prst="roundRect">
            <a:avLst>
              <a:gd name="adj" fmla="val 2400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 Probability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chance another EV arrives soon, from time-of-day, occupancy, and recent usage. Exported to a single linear expression + sigmoid using m2cgen.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303520" cy="2286000"/>
          </a:xfrm>
          <a:prstGeom prst="roundRect">
            <a:avLst>
              <a:gd name="adj" fmla="val 2400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Duration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77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how long the current charging session will run, mainly from elapsed time and current draw. Exported as a nested if/else tree using micromlgen.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6-feature input: hourOfDay, dayOfWeek, bayOccupied, recentAvgCurrent, sessionElapsedMin, historicalArrivalRate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both models are trained on a synthetic dataset generated to mimic realistic arrival/duration patterns, not on real logged usage — this is stated as a limitation, not hidden.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EI26_017  |  Emertxe IoT Internship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 Logic &amp; Safety Interlock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2C7A3D"/>
          </a:solidFill>
          <a:ln/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AVAILABLE</a:t>
            </a:r>
            <a:endParaRPr lang="en-US" sz="1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 present. Green LED 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23774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26280" y="182880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B8860B"/>
          </a:solidFill>
          <a:ln/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</a:t>
            </a:r>
            <a:endParaRPr lang="en-US" sz="1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button pressed. Yellow LED on, session timer running.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23774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0" y="182880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A61C1C"/>
          </a:solidFill>
          <a:ln/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</a:t>
            </a:r>
            <a:endParaRPr lang="en-US" sz="1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temp ≥ 45°C. Red LED on, charging force-stopped.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over-temperature cutoff is enforced in plain firmware logic, independent of the AI models — safety doesn't depend on the ML predictions being right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button both ends a session and clears a fault, giving a manual reset path at all times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EI26_017  |  Emertxe IoT Internship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ThingsBoard Cloud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&amp; AI OUTPUT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connects over MQTT and publishes a JSON telemetry payload every 5 seconds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includes raw sensor readings (voltage, current, power, temperature, humidity) alongside bay state (occupied, fault) and both AI predictions (arrival probability, predicted duration)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widgets: time-series chart for voltage/current/power, a gauge for ambient temperature, value cards for occupancy/fault/session data, and a gauge for arrival probability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Dashboard screenshot inserted here before submission 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EI26_017  |  Emertxe IoT Internship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VERIFIED, AND HOW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120640"/>
                <a:gridCol w="53035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performed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on, idle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on; dashboard shows bay unoccupied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arrival button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LED on; session timer starts climbing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DHT22 temperature above 45°C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on; charging force-stopped; fault flag 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stop button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clears; system returns to available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dashboard for 60+ seconds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telemetry fields and AI predictions update live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EI26_017  |  Emertxe IoT Internship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I Ran Into (and Fixed)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DEBUGGING, NOT JUST THE HAPPY PATH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never connected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417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empty-string WiFi password was silently mishandled on an open network. Switching to the single-argument WiFi.begin() call fixed it.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rejected the token (rc=5)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3774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out to be a regional mismatch — my ThingsBoard account was on the EU Cloud instance, but the firmware pointed at the default (US) broker address.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failed after a manual edit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33375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closing brace in setup() cascaded into five unrelated-looking compiler errors. Learned to check brace-matching first when errors look scattered.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widgets showed "N/A"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42976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demo widgets were bound to placeholder key names that didn't match my actual telemetry keys — had to rebind each widget to the real key.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EI26_017  |  Emertxe IoT Internship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 From This Internship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PRACTICAL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C++ on ESP32 (Arduino framework)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protocols: MQTT, WiFi provisioning, NTP time sync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IoT dashboards (ThingsBoard): devices, telemetry, widgets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trained ML models to a microcontroller (m2cgen, micromlgen)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simulation and wiring in Wokwi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/ Process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745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compiler errors and terminal logs systematically instead of guessing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a bug to one layer (network vs. code vs. cloud config) before changing anything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a project honestly, including its limitations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through a multi-day build in stages rather than all at once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EI26_017  |  Emertxe IoT Internship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HONESTLY, NOT HIDDEN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 on synthetic, not real, usage data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Voltage/current are potentiometer proxies, not real sensors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bay only — no multi-bay scheduling yet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battery-backed RTC; time comes from NTP after WiFi connects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745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models on real ThingsBoard-logged usage data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multiple bays with an actual queueing/scheduling algorithm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potentiometers with real current/voltage sensor ICs on physical hardware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MQTT over TLS and per-device provisioning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EI26_017  |  Emertxe IoT Internship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took me from single-pin GPIO control to a working, cloud-connected system running machine learning inference on a microcontroller — built by integrating each week's individual lesson into one functioning project, debugged the way real embedded projects actually get debugged.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2011680" cy="0"/>
          </a:xfrm>
          <a:prstGeom prst="line">
            <a:avLst/>
          </a:prstGeom>
          <a:noFill/>
          <a:ln w="25400">
            <a:solidFill>
              <a:srgbClr val="2C5F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e23ecr064@egspec.org  |  EGS Pillay Engineering College  |  Emertxe IoT Internship, Cohort EI26_017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github.com/nithishkumars21/Edge_AI_Based_Smart_EV_Charging_Station_Optimizer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2026-09-17T09:30:52Z</dcterms:created>
  <dcterms:modified xsi:type="dcterms:W3CDTF">2026-09-17T09:30:52Z</dcterms:modified>
</cp:coreProperties>
</file>